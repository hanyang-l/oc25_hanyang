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318" r:id="rId3"/>
    <p:sldId id="312" r:id="rId4"/>
    <p:sldId id="313" r:id="rId5"/>
    <p:sldId id="314" r:id="rId6"/>
    <p:sldId id="315" r:id="rId7"/>
    <p:sldId id="316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/>
    <p:restoredTop sz="85714"/>
  </p:normalViewPr>
  <p:slideViewPr>
    <p:cSldViewPr snapToGrid="0">
      <p:cViewPr varScale="1">
        <p:scale>
          <a:sx n="109" d="100"/>
          <a:sy n="109" d="100"/>
        </p:scale>
        <p:origin x="1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Dréano" userId="de0ab6fd-c650-41c2-bd14-590d59ad211a" providerId="ADAL" clId="{993A6EC8-C512-5E9B-B5B5-F19124C6CFE4}"/>
    <pc:docChg chg="custSel addSld delSld modSld sldOrd">
      <pc:chgData name="Denis Dréano" userId="de0ab6fd-c650-41c2-bd14-590d59ad211a" providerId="ADAL" clId="{993A6EC8-C512-5E9B-B5B5-F19124C6CFE4}" dt="2026-03-02T15:52:57.552" v="472" actId="20577"/>
      <pc:docMkLst>
        <pc:docMk/>
      </pc:docMkLst>
      <pc:sldChg chg="del">
        <pc:chgData name="Denis Dréano" userId="de0ab6fd-c650-41c2-bd14-590d59ad211a" providerId="ADAL" clId="{993A6EC8-C512-5E9B-B5B5-F19124C6CFE4}" dt="2026-03-02T15:35:11.811" v="8" actId="2696"/>
        <pc:sldMkLst>
          <pc:docMk/>
          <pc:sldMk cId="3818612578" sldId="260"/>
        </pc:sldMkLst>
      </pc:sldChg>
      <pc:sldChg chg="del">
        <pc:chgData name="Denis Dréano" userId="de0ab6fd-c650-41c2-bd14-590d59ad211a" providerId="ADAL" clId="{993A6EC8-C512-5E9B-B5B5-F19124C6CFE4}" dt="2026-03-02T15:35:11.819" v="12" actId="2696"/>
        <pc:sldMkLst>
          <pc:docMk/>
          <pc:sldMk cId="486727477" sldId="261"/>
        </pc:sldMkLst>
      </pc:sldChg>
      <pc:sldChg chg="del">
        <pc:chgData name="Denis Dréano" userId="de0ab6fd-c650-41c2-bd14-590d59ad211a" providerId="ADAL" clId="{993A6EC8-C512-5E9B-B5B5-F19124C6CFE4}" dt="2026-03-02T15:35:11.810" v="6" actId="2696"/>
        <pc:sldMkLst>
          <pc:docMk/>
          <pc:sldMk cId="1300756194" sldId="262"/>
        </pc:sldMkLst>
      </pc:sldChg>
      <pc:sldChg chg="del">
        <pc:chgData name="Denis Dréano" userId="de0ab6fd-c650-41c2-bd14-590d59ad211a" providerId="ADAL" clId="{993A6EC8-C512-5E9B-B5B5-F19124C6CFE4}" dt="2026-03-02T15:35:11.803" v="4" actId="2696"/>
        <pc:sldMkLst>
          <pc:docMk/>
          <pc:sldMk cId="2183683439" sldId="269"/>
        </pc:sldMkLst>
      </pc:sldChg>
      <pc:sldChg chg="del">
        <pc:chgData name="Denis Dréano" userId="de0ab6fd-c650-41c2-bd14-590d59ad211a" providerId="ADAL" clId="{993A6EC8-C512-5E9B-B5B5-F19124C6CFE4}" dt="2026-03-02T15:35:11.819" v="14" actId="2696"/>
        <pc:sldMkLst>
          <pc:docMk/>
          <pc:sldMk cId="3360911080" sldId="270"/>
        </pc:sldMkLst>
      </pc:sldChg>
      <pc:sldChg chg="del">
        <pc:chgData name="Denis Dréano" userId="de0ab6fd-c650-41c2-bd14-590d59ad211a" providerId="ADAL" clId="{993A6EC8-C512-5E9B-B5B5-F19124C6CFE4}" dt="2026-03-02T15:35:11.766" v="1" actId="2696"/>
        <pc:sldMkLst>
          <pc:docMk/>
          <pc:sldMk cId="1528196446" sldId="273"/>
        </pc:sldMkLst>
      </pc:sldChg>
      <pc:sldChg chg="del">
        <pc:chgData name="Denis Dréano" userId="de0ab6fd-c650-41c2-bd14-590d59ad211a" providerId="ADAL" clId="{993A6EC8-C512-5E9B-B5B5-F19124C6CFE4}" dt="2026-03-02T15:35:11.811" v="9" actId="2696"/>
        <pc:sldMkLst>
          <pc:docMk/>
          <pc:sldMk cId="3230403320" sldId="274"/>
        </pc:sldMkLst>
      </pc:sldChg>
      <pc:sldChg chg="del">
        <pc:chgData name="Denis Dréano" userId="de0ab6fd-c650-41c2-bd14-590d59ad211a" providerId="ADAL" clId="{993A6EC8-C512-5E9B-B5B5-F19124C6CFE4}" dt="2026-03-02T15:35:11.819" v="13" actId="2696"/>
        <pc:sldMkLst>
          <pc:docMk/>
          <pc:sldMk cId="4042796483" sldId="275"/>
        </pc:sldMkLst>
      </pc:sldChg>
      <pc:sldChg chg="del">
        <pc:chgData name="Denis Dréano" userId="de0ab6fd-c650-41c2-bd14-590d59ad211a" providerId="ADAL" clId="{993A6EC8-C512-5E9B-B5B5-F19124C6CFE4}" dt="2026-03-02T15:35:11.810" v="7" actId="2696"/>
        <pc:sldMkLst>
          <pc:docMk/>
          <pc:sldMk cId="439895249" sldId="277"/>
        </pc:sldMkLst>
      </pc:sldChg>
      <pc:sldChg chg="del">
        <pc:chgData name="Denis Dréano" userId="de0ab6fd-c650-41c2-bd14-590d59ad211a" providerId="ADAL" clId="{993A6EC8-C512-5E9B-B5B5-F19124C6CFE4}" dt="2026-03-02T15:35:11.818" v="11" actId="2696"/>
        <pc:sldMkLst>
          <pc:docMk/>
          <pc:sldMk cId="3056412167" sldId="279"/>
        </pc:sldMkLst>
      </pc:sldChg>
      <pc:sldChg chg="del">
        <pc:chgData name="Denis Dréano" userId="de0ab6fd-c650-41c2-bd14-590d59ad211a" providerId="ADAL" clId="{993A6EC8-C512-5E9B-B5B5-F19124C6CFE4}" dt="2026-03-02T15:35:11.764" v="0" actId="2696"/>
        <pc:sldMkLst>
          <pc:docMk/>
          <pc:sldMk cId="3163856381" sldId="298"/>
        </pc:sldMkLst>
      </pc:sldChg>
      <pc:sldChg chg="del">
        <pc:chgData name="Denis Dréano" userId="de0ab6fd-c650-41c2-bd14-590d59ad211a" providerId="ADAL" clId="{993A6EC8-C512-5E9B-B5B5-F19124C6CFE4}" dt="2026-03-02T15:35:11.799" v="3" actId="2696"/>
        <pc:sldMkLst>
          <pc:docMk/>
          <pc:sldMk cId="1603769049" sldId="299"/>
        </pc:sldMkLst>
      </pc:sldChg>
      <pc:sldChg chg="del">
        <pc:chgData name="Denis Dréano" userId="de0ab6fd-c650-41c2-bd14-590d59ad211a" providerId="ADAL" clId="{993A6EC8-C512-5E9B-B5B5-F19124C6CFE4}" dt="2026-03-02T15:35:11.809" v="5" actId="2696"/>
        <pc:sldMkLst>
          <pc:docMk/>
          <pc:sldMk cId="2538592248" sldId="300"/>
        </pc:sldMkLst>
      </pc:sldChg>
      <pc:sldChg chg="del">
        <pc:chgData name="Denis Dréano" userId="de0ab6fd-c650-41c2-bd14-590d59ad211a" providerId="ADAL" clId="{993A6EC8-C512-5E9B-B5B5-F19124C6CFE4}" dt="2026-03-02T15:35:11.767" v="2" actId="2696"/>
        <pc:sldMkLst>
          <pc:docMk/>
          <pc:sldMk cId="1222766330" sldId="301"/>
        </pc:sldMkLst>
      </pc:sldChg>
      <pc:sldChg chg="del">
        <pc:chgData name="Denis Dréano" userId="de0ab6fd-c650-41c2-bd14-590d59ad211a" providerId="ADAL" clId="{993A6EC8-C512-5E9B-B5B5-F19124C6CFE4}" dt="2026-03-02T15:35:11.839" v="15" actId="2696"/>
        <pc:sldMkLst>
          <pc:docMk/>
          <pc:sldMk cId="2733418465" sldId="303"/>
        </pc:sldMkLst>
      </pc:sldChg>
      <pc:sldChg chg="del">
        <pc:chgData name="Denis Dréano" userId="de0ab6fd-c650-41c2-bd14-590d59ad211a" providerId="ADAL" clId="{993A6EC8-C512-5E9B-B5B5-F19124C6CFE4}" dt="2026-03-02T15:35:11.818" v="10" actId="2696"/>
        <pc:sldMkLst>
          <pc:docMk/>
          <pc:sldMk cId="846406200" sldId="305"/>
        </pc:sldMkLst>
      </pc:sldChg>
      <pc:sldChg chg="modSp mod">
        <pc:chgData name="Denis Dréano" userId="de0ab6fd-c650-41c2-bd14-590d59ad211a" providerId="ADAL" clId="{993A6EC8-C512-5E9B-B5B5-F19124C6CFE4}" dt="2026-03-02T15:35:44.200" v="41" actId="20577"/>
        <pc:sldMkLst>
          <pc:docMk/>
          <pc:sldMk cId="2883089936" sldId="306"/>
        </pc:sldMkLst>
        <pc:spChg chg="mod">
          <ac:chgData name="Denis Dréano" userId="de0ab6fd-c650-41c2-bd14-590d59ad211a" providerId="ADAL" clId="{993A6EC8-C512-5E9B-B5B5-F19124C6CFE4}" dt="2026-03-02T15:35:18.286" v="17" actId="20577"/>
          <ac:spMkLst>
            <pc:docMk/>
            <pc:sldMk cId="2883089936" sldId="306"/>
            <ac:spMk id="2" creationId="{27A6C4D5-7648-1DC4-A026-164D50F5B72A}"/>
          </ac:spMkLst>
        </pc:spChg>
        <pc:graphicFrameChg chg="modGraphic">
          <ac:chgData name="Denis Dréano" userId="de0ab6fd-c650-41c2-bd14-590d59ad211a" providerId="ADAL" clId="{993A6EC8-C512-5E9B-B5B5-F19124C6CFE4}" dt="2026-03-02T15:35:44.200" v="41" actId="20577"/>
          <ac:graphicFrameMkLst>
            <pc:docMk/>
            <pc:sldMk cId="2883089936" sldId="306"/>
            <ac:graphicFrameMk id="4" creationId="{5C59975F-E77F-0208-612F-73E7C1B8840C}"/>
          </ac:graphicFrameMkLst>
        </pc:graphicFrameChg>
      </pc:sldChg>
      <pc:sldChg chg="addSp modSp new mod ord setBg modClrScheme chgLayout">
        <pc:chgData name="Denis Dréano" userId="de0ab6fd-c650-41c2-bd14-590d59ad211a" providerId="ADAL" clId="{993A6EC8-C512-5E9B-B5B5-F19124C6CFE4}" dt="2026-03-02T15:41:29.027" v="368" actId="20577"/>
        <pc:sldMkLst>
          <pc:docMk/>
          <pc:sldMk cId="3123626703" sldId="307"/>
        </pc:sldMkLst>
        <pc:spChg chg="add mod">
          <ac:chgData name="Denis Dréano" userId="de0ab6fd-c650-41c2-bd14-590d59ad211a" providerId="ADAL" clId="{993A6EC8-C512-5E9B-B5B5-F19124C6CFE4}" dt="2026-03-02T15:41:29.027" v="368" actId="20577"/>
          <ac:spMkLst>
            <pc:docMk/>
            <pc:sldMk cId="3123626703" sldId="307"/>
            <ac:spMk id="2" creationId="{B52929E0-B800-2A57-1CBF-33C684C8EB04}"/>
          </ac:spMkLst>
        </pc:spChg>
        <pc:spChg chg="add">
          <ac:chgData name="Denis Dréano" userId="de0ab6fd-c650-41c2-bd14-590d59ad211a" providerId="ADAL" clId="{993A6EC8-C512-5E9B-B5B5-F19124C6CFE4}" dt="2026-03-02T15:36:43.169" v="43" actId="26606"/>
          <ac:spMkLst>
            <pc:docMk/>
            <pc:sldMk cId="3123626703" sldId="307"/>
            <ac:spMk id="10" creationId="{353CF00F-82D0-0DBA-75D5-1D01B4526C68}"/>
          </ac:spMkLst>
        </pc:spChg>
        <pc:graphicFrameChg chg="add mod">
          <ac:chgData name="Denis Dréano" userId="de0ab6fd-c650-41c2-bd14-590d59ad211a" providerId="ADAL" clId="{993A6EC8-C512-5E9B-B5B5-F19124C6CFE4}" dt="2026-03-02T15:36:43.169" v="43" actId="26606"/>
          <ac:graphicFrameMkLst>
            <pc:docMk/>
            <pc:sldMk cId="3123626703" sldId="307"/>
            <ac:graphicFrameMk id="5" creationId="{38EA3D8B-0700-488F-BA4D-67715BA5B5A4}"/>
          </ac:graphicFrameMkLst>
        </pc:graphicFrameChg>
      </pc:sldChg>
      <pc:sldChg chg="delSp modSp add mod setBg delDesignElem">
        <pc:chgData name="Denis Dréano" userId="de0ab6fd-c650-41c2-bd14-590d59ad211a" providerId="ADAL" clId="{993A6EC8-C512-5E9B-B5B5-F19124C6CFE4}" dt="2026-03-02T15:42:31.571" v="411" actId="20577"/>
        <pc:sldMkLst>
          <pc:docMk/>
          <pc:sldMk cId="4078375513" sldId="308"/>
        </pc:sldMkLst>
        <pc:spChg chg="mod">
          <ac:chgData name="Denis Dréano" userId="de0ab6fd-c650-41c2-bd14-590d59ad211a" providerId="ADAL" clId="{993A6EC8-C512-5E9B-B5B5-F19124C6CFE4}" dt="2026-03-02T15:42:31.571" v="411" actId="20577"/>
          <ac:spMkLst>
            <pc:docMk/>
            <pc:sldMk cId="4078375513" sldId="308"/>
            <ac:spMk id="2" creationId="{BBBABB17-A29C-4335-75AD-BD82A0C6563B}"/>
          </ac:spMkLst>
        </pc:spChg>
      </pc:sldChg>
      <pc:sldChg chg="addSp delSp modSp new mod">
        <pc:chgData name="Denis Dréano" userId="de0ab6fd-c650-41c2-bd14-590d59ad211a" providerId="ADAL" clId="{993A6EC8-C512-5E9B-B5B5-F19124C6CFE4}" dt="2026-03-02T15:52:21.306" v="436" actId="27636"/>
        <pc:sldMkLst>
          <pc:docMk/>
          <pc:sldMk cId="702180994" sldId="309"/>
        </pc:sldMkLst>
        <pc:spChg chg="mod">
          <ac:chgData name="Denis Dréano" userId="de0ab6fd-c650-41c2-bd14-590d59ad211a" providerId="ADAL" clId="{993A6EC8-C512-5E9B-B5B5-F19124C6CFE4}" dt="2026-03-02T15:38:36.723" v="151" actId="20577"/>
          <ac:spMkLst>
            <pc:docMk/>
            <pc:sldMk cId="702180994" sldId="309"/>
            <ac:spMk id="2" creationId="{9983BAD4-3A88-215B-389A-021B2EF83C32}"/>
          </ac:spMkLst>
        </pc:spChg>
        <pc:spChg chg="mod">
          <ac:chgData name="Denis Dréano" userId="de0ab6fd-c650-41c2-bd14-590d59ad211a" providerId="ADAL" clId="{993A6EC8-C512-5E9B-B5B5-F19124C6CFE4}" dt="2026-03-02T15:38:18.043" v="125" actId="20577"/>
          <ac:spMkLst>
            <pc:docMk/>
            <pc:sldMk cId="702180994" sldId="309"/>
            <ac:spMk id="3" creationId="{15D4886B-CD1B-6809-C684-058C27E39917}"/>
          </ac:spMkLst>
        </pc:spChg>
        <pc:spChg chg="mod">
          <ac:chgData name="Denis Dréano" userId="de0ab6fd-c650-41c2-bd14-590d59ad211a" providerId="ADAL" clId="{993A6EC8-C512-5E9B-B5B5-F19124C6CFE4}" dt="2026-03-02T15:52:21.306" v="436" actId="27636"/>
          <ac:spMkLst>
            <pc:docMk/>
            <pc:sldMk cId="702180994" sldId="309"/>
            <ac:spMk id="4" creationId="{3D29DBB5-C3F2-AB02-E853-13681FD27125}"/>
          </ac:spMkLst>
        </pc:spChg>
      </pc:sldChg>
      <pc:sldChg chg="addSp modSp new mod">
        <pc:chgData name="Denis Dréano" userId="de0ab6fd-c650-41c2-bd14-590d59ad211a" providerId="ADAL" clId="{993A6EC8-C512-5E9B-B5B5-F19124C6CFE4}" dt="2026-03-02T15:51:53.953" v="430" actId="1076"/>
        <pc:sldMkLst>
          <pc:docMk/>
          <pc:sldMk cId="3530084067" sldId="310"/>
        </pc:sldMkLst>
        <pc:picChg chg="add mod">
          <ac:chgData name="Denis Dréano" userId="de0ab6fd-c650-41c2-bd14-590d59ad211a" providerId="ADAL" clId="{993A6EC8-C512-5E9B-B5B5-F19124C6CFE4}" dt="2026-03-02T15:51:53.953" v="430" actId="1076"/>
          <ac:picMkLst>
            <pc:docMk/>
            <pc:sldMk cId="3530084067" sldId="310"/>
            <ac:picMk id="2" creationId="{EF5E4FA8-17A6-749F-D186-6EDA3C196B2C}"/>
          </ac:picMkLst>
        </pc:picChg>
      </pc:sldChg>
      <pc:sldChg chg="modSp add mod">
        <pc:chgData name="Denis Dréano" userId="de0ab6fd-c650-41c2-bd14-590d59ad211a" providerId="ADAL" clId="{993A6EC8-C512-5E9B-B5B5-F19124C6CFE4}" dt="2026-03-02T15:52:57.552" v="472" actId="20577"/>
        <pc:sldMkLst>
          <pc:docMk/>
          <pc:sldMk cId="768118639" sldId="311"/>
        </pc:sldMkLst>
        <pc:spChg chg="mod">
          <ac:chgData name="Denis Dréano" userId="de0ab6fd-c650-41c2-bd14-590d59ad211a" providerId="ADAL" clId="{993A6EC8-C512-5E9B-B5B5-F19124C6CFE4}" dt="2026-03-02T15:52:57.552" v="472" actId="20577"/>
          <ac:spMkLst>
            <pc:docMk/>
            <pc:sldMk cId="768118639" sldId="311"/>
            <ac:spMk id="3" creationId="{C9D73288-BDB3-266A-BD2E-73E3EBD386F5}"/>
          </ac:spMkLst>
        </pc:spChg>
      </pc:sldChg>
    </pc:docChg>
  </pc:docChgLst>
  <pc:docChgLst>
    <pc:chgData name="Denis Dréano" userId="de0ab6fd-c650-41c2-bd14-590d59ad211a" providerId="ADAL" clId="{A499284D-CD4B-044F-AEF9-FEEC12A48FA3}"/>
    <pc:docChg chg="custSel addSld delSld modSld sldOrd">
      <pc:chgData name="Denis Dréano" userId="de0ab6fd-c650-41c2-bd14-590d59ad211a" providerId="ADAL" clId="{A499284D-CD4B-044F-AEF9-FEEC12A48FA3}" dt="2026-03-05T11:53:16.172" v="401" actId="20577"/>
      <pc:docMkLst>
        <pc:docMk/>
      </pc:docMkLst>
      <pc:sldChg chg="modSp mod">
        <pc:chgData name="Denis Dréano" userId="de0ab6fd-c650-41c2-bd14-590d59ad211a" providerId="ADAL" clId="{A499284D-CD4B-044F-AEF9-FEEC12A48FA3}" dt="2026-03-05T11:44:56.187" v="8" actId="20577"/>
        <pc:sldMkLst>
          <pc:docMk/>
          <pc:sldMk cId="1547698059" sldId="256"/>
        </pc:sldMkLst>
        <pc:spChg chg="mod">
          <ac:chgData name="Denis Dréano" userId="de0ab6fd-c650-41c2-bd14-590d59ad211a" providerId="ADAL" clId="{A499284D-CD4B-044F-AEF9-FEEC12A48FA3}" dt="2026-03-05T11:44:56.187" v="8" actId="20577"/>
          <ac:spMkLst>
            <pc:docMk/>
            <pc:sldMk cId="1547698059" sldId="256"/>
            <ac:spMk id="2" creationId="{FD055A85-9A7D-25F3-8C4D-E3A69A343EA8}"/>
          </ac:spMkLst>
        </pc:spChg>
      </pc:sldChg>
      <pc:sldChg chg="del">
        <pc:chgData name="Denis Dréano" userId="de0ab6fd-c650-41c2-bd14-590d59ad211a" providerId="ADAL" clId="{A499284D-CD4B-044F-AEF9-FEEC12A48FA3}" dt="2026-03-05T11:52:26.829" v="309" actId="2696"/>
        <pc:sldMkLst>
          <pc:docMk/>
          <pc:sldMk cId="2883089936" sldId="306"/>
        </pc:sldMkLst>
      </pc:sldChg>
      <pc:sldChg chg="del">
        <pc:chgData name="Denis Dréano" userId="de0ab6fd-c650-41c2-bd14-590d59ad211a" providerId="ADAL" clId="{A499284D-CD4B-044F-AEF9-FEEC12A48FA3}" dt="2026-03-05T11:52:26.831" v="312" actId="2696"/>
        <pc:sldMkLst>
          <pc:docMk/>
          <pc:sldMk cId="3123626703" sldId="307"/>
        </pc:sldMkLst>
      </pc:sldChg>
      <pc:sldChg chg="del">
        <pc:chgData name="Denis Dréano" userId="de0ab6fd-c650-41c2-bd14-590d59ad211a" providerId="ADAL" clId="{A499284D-CD4B-044F-AEF9-FEEC12A48FA3}" dt="2026-03-05T11:52:26.836" v="314" actId="2696"/>
        <pc:sldMkLst>
          <pc:docMk/>
          <pc:sldMk cId="4078375513" sldId="308"/>
        </pc:sldMkLst>
      </pc:sldChg>
      <pc:sldChg chg="del">
        <pc:chgData name="Denis Dréano" userId="de0ab6fd-c650-41c2-bd14-590d59ad211a" providerId="ADAL" clId="{A499284D-CD4B-044F-AEF9-FEEC12A48FA3}" dt="2026-03-05T11:52:26.834" v="313" actId="2696"/>
        <pc:sldMkLst>
          <pc:docMk/>
          <pc:sldMk cId="702180994" sldId="309"/>
        </pc:sldMkLst>
      </pc:sldChg>
      <pc:sldChg chg="del">
        <pc:chgData name="Denis Dréano" userId="de0ab6fd-c650-41c2-bd14-590d59ad211a" providerId="ADAL" clId="{A499284D-CD4B-044F-AEF9-FEEC12A48FA3}" dt="2026-03-05T11:52:26.830" v="310" actId="2696"/>
        <pc:sldMkLst>
          <pc:docMk/>
          <pc:sldMk cId="3530084067" sldId="310"/>
        </pc:sldMkLst>
      </pc:sldChg>
      <pc:sldChg chg="del">
        <pc:chgData name="Denis Dréano" userId="de0ab6fd-c650-41c2-bd14-590d59ad211a" providerId="ADAL" clId="{A499284D-CD4B-044F-AEF9-FEEC12A48FA3}" dt="2026-03-05T11:52:26.830" v="311" actId="2696"/>
        <pc:sldMkLst>
          <pc:docMk/>
          <pc:sldMk cId="768118639" sldId="311"/>
        </pc:sldMkLst>
      </pc:sldChg>
      <pc:sldChg chg="addSp modSp new mod">
        <pc:chgData name="Denis Dréano" userId="de0ab6fd-c650-41c2-bd14-590d59ad211a" providerId="ADAL" clId="{A499284D-CD4B-044F-AEF9-FEEC12A48FA3}" dt="2026-03-05T11:51:37.867" v="301"/>
        <pc:sldMkLst>
          <pc:docMk/>
          <pc:sldMk cId="458797443" sldId="312"/>
        </pc:sldMkLst>
        <pc:spChg chg="add mod">
          <ac:chgData name="Denis Dréano" userId="de0ab6fd-c650-41c2-bd14-590d59ad211a" providerId="ADAL" clId="{A499284D-CD4B-044F-AEF9-FEEC12A48FA3}" dt="2026-03-05T11:50:11.798" v="277" actId="313"/>
          <ac:spMkLst>
            <pc:docMk/>
            <pc:sldMk cId="458797443" sldId="312"/>
            <ac:spMk id="4" creationId="{4923FA32-B317-8E0F-6316-FBF6ACC08098}"/>
          </ac:spMkLst>
        </pc:spChg>
        <pc:picChg chg="add mod">
          <ac:chgData name="Denis Dréano" userId="de0ab6fd-c650-41c2-bd14-590d59ad211a" providerId="ADAL" clId="{A499284D-CD4B-044F-AEF9-FEEC12A48FA3}" dt="2026-03-05T11:46:24.614" v="18"/>
          <ac:picMkLst>
            <pc:docMk/>
            <pc:sldMk cId="458797443" sldId="312"/>
            <ac:picMk id="3" creationId="{D021B393-4CB2-9656-641A-69F52AD1F63F}"/>
          </ac:picMkLst>
        </pc:picChg>
        <pc:cxnChg chg="add mod">
          <ac:chgData name="Denis Dréano" userId="de0ab6fd-c650-41c2-bd14-590d59ad211a" providerId="ADAL" clId="{A499284D-CD4B-044F-AEF9-FEEC12A48FA3}" dt="2026-03-05T11:51:37.867" v="301"/>
          <ac:cxnSpMkLst>
            <pc:docMk/>
            <pc:sldMk cId="458797443" sldId="312"/>
            <ac:cxnSpMk id="5" creationId="{447115C1-DC66-9417-3FC5-EF04A9E946C1}"/>
          </ac:cxnSpMkLst>
        </pc:cxnChg>
      </pc:sldChg>
      <pc:sldChg chg="addSp modSp add mod">
        <pc:chgData name="Denis Dréano" userId="de0ab6fd-c650-41c2-bd14-590d59ad211a" providerId="ADAL" clId="{A499284D-CD4B-044F-AEF9-FEEC12A48FA3}" dt="2026-03-05T11:51:35.911" v="300"/>
        <pc:sldMkLst>
          <pc:docMk/>
          <pc:sldMk cId="1680354978" sldId="313"/>
        </pc:sldMkLst>
        <pc:spChg chg="add mod">
          <ac:chgData name="Denis Dréano" userId="de0ab6fd-c650-41c2-bd14-590d59ad211a" providerId="ADAL" clId="{A499284D-CD4B-044F-AEF9-FEEC12A48FA3}" dt="2026-03-05T11:50:28.547" v="289" actId="20577"/>
          <ac:spMkLst>
            <pc:docMk/>
            <pc:sldMk cId="1680354978" sldId="313"/>
            <ac:spMk id="4" creationId="{4D928268-0A88-6979-1B15-ABCB06C28FE6}"/>
          </ac:spMkLst>
        </pc:spChg>
        <pc:picChg chg="add mod">
          <ac:chgData name="Denis Dréano" userId="de0ab6fd-c650-41c2-bd14-590d59ad211a" providerId="ADAL" clId="{A499284D-CD4B-044F-AEF9-FEEC12A48FA3}" dt="2026-03-05T11:46:31.740" v="19"/>
          <ac:picMkLst>
            <pc:docMk/>
            <pc:sldMk cId="1680354978" sldId="313"/>
            <ac:picMk id="3" creationId="{2EFDA2D7-4EDD-A261-34C3-B670C34B1218}"/>
          </ac:picMkLst>
        </pc:picChg>
        <pc:cxnChg chg="add mod">
          <ac:chgData name="Denis Dréano" userId="de0ab6fd-c650-41c2-bd14-590d59ad211a" providerId="ADAL" clId="{A499284D-CD4B-044F-AEF9-FEEC12A48FA3}" dt="2026-03-05T11:51:35.911" v="300"/>
          <ac:cxnSpMkLst>
            <pc:docMk/>
            <pc:sldMk cId="1680354978" sldId="313"/>
            <ac:cxnSpMk id="5" creationId="{E5C04D2A-176C-E3AE-1508-BDA4031E80C6}"/>
          </ac:cxnSpMkLst>
        </pc:cxnChg>
      </pc:sldChg>
      <pc:sldChg chg="addSp modSp add">
        <pc:chgData name="Denis Dréano" userId="de0ab6fd-c650-41c2-bd14-590d59ad211a" providerId="ADAL" clId="{A499284D-CD4B-044F-AEF9-FEEC12A48FA3}" dt="2026-03-05T11:51:34.035" v="299"/>
        <pc:sldMkLst>
          <pc:docMk/>
          <pc:sldMk cId="743911879" sldId="314"/>
        </pc:sldMkLst>
        <pc:spChg chg="add mod">
          <ac:chgData name="Denis Dréano" userId="de0ab6fd-c650-41c2-bd14-590d59ad211a" providerId="ADAL" clId="{A499284D-CD4B-044F-AEF9-FEEC12A48FA3}" dt="2026-03-05T11:50:37.850" v="290"/>
          <ac:spMkLst>
            <pc:docMk/>
            <pc:sldMk cId="743911879" sldId="314"/>
            <ac:spMk id="4" creationId="{2DE6709F-1840-345D-2A81-F05D1A133A16}"/>
          </ac:spMkLst>
        </pc:spChg>
        <pc:picChg chg="add mod">
          <ac:chgData name="Denis Dréano" userId="de0ab6fd-c650-41c2-bd14-590d59ad211a" providerId="ADAL" clId="{A499284D-CD4B-044F-AEF9-FEEC12A48FA3}" dt="2026-03-05T11:46:40.923" v="20"/>
          <ac:picMkLst>
            <pc:docMk/>
            <pc:sldMk cId="743911879" sldId="314"/>
            <ac:picMk id="3" creationId="{20B2591E-A666-9760-5E93-BD56B017CE5C}"/>
          </ac:picMkLst>
        </pc:picChg>
        <pc:cxnChg chg="add mod">
          <ac:chgData name="Denis Dréano" userId="de0ab6fd-c650-41c2-bd14-590d59ad211a" providerId="ADAL" clId="{A499284D-CD4B-044F-AEF9-FEEC12A48FA3}" dt="2026-03-05T11:51:34.035" v="299"/>
          <ac:cxnSpMkLst>
            <pc:docMk/>
            <pc:sldMk cId="743911879" sldId="314"/>
            <ac:cxnSpMk id="5" creationId="{9DFCD7FC-62A2-DE2E-E2D5-E8CD98ADAA0F}"/>
          </ac:cxnSpMkLst>
        </pc:cxnChg>
      </pc:sldChg>
      <pc:sldChg chg="addSp modSp add">
        <pc:chgData name="Denis Dréano" userId="de0ab6fd-c650-41c2-bd14-590d59ad211a" providerId="ADAL" clId="{A499284D-CD4B-044F-AEF9-FEEC12A48FA3}" dt="2026-03-05T11:51:31.956" v="298"/>
        <pc:sldMkLst>
          <pc:docMk/>
          <pc:sldMk cId="150529525" sldId="315"/>
        </pc:sldMkLst>
        <pc:spChg chg="add mod">
          <ac:chgData name="Denis Dréano" userId="de0ab6fd-c650-41c2-bd14-590d59ad211a" providerId="ADAL" clId="{A499284D-CD4B-044F-AEF9-FEEC12A48FA3}" dt="2026-03-05T11:50:42.556" v="291"/>
          <ac:spMkLst>
            <pc:docMk/>
            <pc:sldMk cId="150529525" sldId="315"/>
            <ac:spMk id="4" creationId="{9CB8B6CA-C4D3-AB3D-69A0-B924FAA011E8}"/>
          </ac:spMkLst>
        </pc:spChg>
        <pc:picChg chg="add mod">
          <ac:chgData name="Denis Dréano" userId="de0ab6fd-c650-41c2-bd14-590d59ad211a" providerId="ADAL" clId="{A499284D-CD4B-044F-AEF9-FEEC12A48FA3}" dt="2026-03-05T11:46:47.599" v="21"/>
          <ac:picMkLst>
            <pc:docMk/>
            <pc:sldMk cId="150529525" sldId="315"/>
            <ac:picMk id="3" creationId="{F70D78A8-32C6-01EB-2663-0C8F8542DE39}"/>
          </ac:picMkLst>
        </pc:picChg>
        <pc:cxnChg chg="add mod">
          <ac:chgData name="Denis Dréano" userId="de0ab6fd-c650-41c2-bd14-590d59ad211a" providerId="ADAL" clId="{A499284D-CD4B-044F-AEF9-FEEC12A48FA3}" dt="2026-03-05T11:51:31.956" v="298"/>
          <ac:cxnSpMkLst>
            <pc:docMk/>
            <pc:sldMk cId="150529525" sldId="315"/>
            <ac:cxnSpMk id="5" creationId="{447C927A-A182-7E67-9970-492A867867E7}"/>
          </ac:cxnSpMkLst>
        </pc:cxnChg>
      </pc:sldChg>
      <pc:sldChg chg="addSp modSp add mod">
        <pc:chgData name="Denis Dréano" userId="de0ab6fd-c650-41c2-bd14-590d59ad211a" providerId="ADAL" clId="{A499284D-CD4B-044F-AEF9-FEEC12A48FA3}" dt="2026-03-05T11:53:16.172" v="401" actId="20577"/>
        <pc:sldMkLst>
          <pc:docMk/>
          <pc:sldMk cId="438090886" sldId="316"/>
        </pc:sldMkLst>
        <pc:spChg chg="add mod">
          <ac:chgData name="Denis Dréano" userId="de0ab6fd-c650-41c2-bd14-590d59ad211a" providerId="ADAL" clId="{A499284D-CD4B-044F-AEF9-FEEC12A48FA3}" dt="2026-03-05T11:50:48.082" v="292"/>
          <ac:spMkLst>
            <pc:docMk/>
            <pc:sldMk cId="438090886" sldId="316"/>
            <ac:spMk id="4" creationId="{21B2E984-2D00-44BD-C740-EC1866ABDAE3}"/>
          </ac:spMkLst>
        </pc:spChg>
        <pc:spChg chg="add mod">
          <ac:chgData name="Denis Dréano" userId="de0ab6fd-c650-41c2-bd14-590d59ad211a" providerId="ADAL" clId="{A499284D-CD4B-044F-AEF9-FEEC12A48FA3}" dt="2026-03-05T11:53:16.172" v="401" actId="20577"/>
          <ac:spMkLst>
            <pc:docMk/>
            <pc:sldMk cId="438090886" sldId="316"/>
            <ac:spMk id="8" creationId="{DC56AFEC-9006-02A9-D5DE-20A9B5B6BBC6}"/>
          </ac:spMkLst>
        </pc:spChg>
        <pc:picChg chg="add mod">
          <ac:chgData name="Denis Dréano" userId="de0ab6fd-c650-41c2-bd14-590d59ad211a" providerId="ADAL" clId="{A499284D-CD4B-044F-AEF9-FEEC12A48FA3}" dt="2026-03-05T11:46:55.668" v="22"/>
          <ac:picMkLst>
            <pc:docMk/>
            <pc:sldMk cId="438090886" sldId="316"/>
            <ac:picMk id="3" creationId="{6071104A-DDA2-0814-8C00-36FFDDC86EAF}"/>
          </ac:picMkLst>
        </pc:picChg>
        <pc:cxnChg chg="add mod">
          <ac:chgData name="Denis Dréano" userId="de0ab6fd-c650-41c2-bd14-590d59ad211a" providerId="ADAL" clId="{A499284D-CD4B-044F-AEF9-FEEC12A48FA3}" dt="2026-03-05T11:51:26.854" v="297" actId="14100"/>
          <ac:cxnSpMkLst>
            <pc:docMk/>
            <pc:sldMk cId="438090886" sldId="316"/>
            <ac:cxnSpMk id="6" creationId="{9C8A2447-C293-D67E-9804-31E968C6E85B}"/>
          </ac:cxnSpMkLst>
        </pc:cxnChg>
      </pc:sldChg>
      <pc:sldChg chg="add del">
        <pc:chgData name="Denis Dréano" userId="de0ab6fd-c650-41c2-bd14-590d59ad211a" providerId="ADAL" clId="{A499284D-CD4B-044F-AEF9-FEEC12A48FA3}" dt="2026-03-05T11:47:03.635" v="23" actId="2696"/>
        <pc:sldMkLst>
          <pc:docMk/>
          <pc:sldMk cId="2075311033" sldId="317"/>
        </pc:sldMkLst>
      </pc:sldChg>
      <pc:sldChg chg="addSp modSp add mod ord">
        <pc:chgData name="Denis Dréano" userId="de0ab6fd-c650-41c2-bd14-590d59ad211a" providerId="ADAL" clId="{A499284D-CD4B-044F-AEF9-FEEC12A48FA3}" dt="2026-03-05T11:51:58.398" v="308" actId="14100"/>
        <pc:sldMkLst>
          <pc:docMk/>
          <pc:sldMk cId="255662170" sldId="318"/>
        </pc:sldMkLst>
        <pc:spChg chg="add mod">
          <ac:chgData name="Denis Dréano" userId="de0ab6fd-c650-41c2-bd14-590d59ad211a" providerId="ADAL" clId="{A499284D-CD4B-044F-AEF9-FEEC12A48FA3}" dt="2026-03-05T11:48:33.971" v="155" actId="20577"/>
          <ac:spMkLst>
            <pc:docMk/>
            <pc:sldMk cId="255662170" sldId="318"/>
            <ac:spMk id="4" creationId="{96E387E8-74BD-A0D4-451D-AFC315D1DFBD}"/>
          </ac:spMkLst>
        </pc:spChg>
        <pc:spChg chg="add mod">
          <ac:chgData name="Denis Dréano" userId="de0ab6fd-c650-41c2-bd14-590d59ad211a" providerId="ADAL" clId="{A499284D-CD4B-044F-AEF9-FEEC12A48FA3}" dt="2026-03-05T11:49:21.100" v="227" actId="20577"/>
          <ac:spMkLst>
            <pc:docMk/>
            <pc:sldMk cId="255662170" sldId="318"/>
            <ac:spMk id="5" creationId="{CAF489B1-9C0D-5D38-5BD4-ECF8ABDC527C}"/>
          </ac:spMkLst>
        </pc:spChg>
        <pc:picChg chg="add mod">
          <ac:chgData name="Denis Dréano" userId="de0ab6fd-c650-41c2-bd14-590d59ad211a" providerId="ADAL" clId="{A499284D-CD4B-044F-AEF9-FEEC12A48FA3}" dt="2026-03-05T11:46:09.251" v="16"/>
          <ac:picMkLst>
            <pc:docMk/>
            <pc:sldMk cId="255662170" sldId="318"/>
            <ac:picMk id="3" creationId="{1FE24536-F370-91DE-AEAD-14DB6DB74CB8}"/>
          </ac:picMkLst>
        </pc:picChg>
        <pc:cxnChg chg="add mod">
          <ac:chgData name="Denis Dréano" userId="de0ab6fd-c650-41c2-bd14-590d59ad211a" providerId="ADAL" clId="{A499284D-CD4B-044F-AEF9-FEEC12A48FA3}" dt="2026-03-05T11:51:47.758" v="305" actId="14100"/>
          <ac:cxnSpMkLst>
            <pc:docMk/>
            <pc:sldMk cId="255662170" sldId="318"/>
            <ac:cxnSpMk id="6" creationId="{7A645311-0D91-D9F2-4903-BCC441B58693}"/>
          </ac:cxnSpMkLst>
        </pc:cxnChg>
        <pc:cxnChg chg="add mod">
          <ac:chgData name="Denis Dréano" userId="de0ab6fd-c650-41c2-bd14-590d59ad211a" providerId="ADAL" clId="{A499284D-CD4B-044F-AEF9-FEEC12A48FA3}" dt="2026-03-05T11:51:58.398" v="308" actId="14100"/>
          <ac:cxnSpMkLst>
            <pc:docMk/>
            <pc:sldMk cId="255662170" sldId="318"/>
            <ac:cxnSpMk id="10" creationId="{D83B7063-645C-96E2-45FA-773560BB033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BA0A8-E197-1B44-A903-3E7EA209EEF0}" type="datetimeFigureOut">
              <a:rPr lang="de-DE" smtClean="0"/>
              <a:t>05.03.26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845CD-B796-8D41-B6C8-47BE13878CBB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5144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86660C-621C-6A3E-8AAD-076B2922E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8F7199B-54BE-B95B-8255-054521046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47ECB2-17E3-D0F9-2B18-082245F3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9822-AF0A-BE46-B88E-38EE091360BB}" type="datetimeFigureOut">
              <a:rPr lang="de-DE" smtClean="0"/>
              <a:t>05.03.26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BC520D-D219-866D-810C-47BB3F96B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BEBD22-2352-A6F0-E1D1-748A00C70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6496-DD4C-E847-83C4-276B10B2C16D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531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775E3-52B5-5A31-643B-3D95CD63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D82A8B-CC96-A733-FF92-C11EB27AE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D44981-A6BF-63D3-30C5-161AE293A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9822-AF0A-BE46-B88E-38EE091360BB}" type="datetimeFigureOut">
              <a:rPr lang="de-DE" smtClean="0"/>
              <a:t>05.03.26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5AB9BF-47D2-3420-FDC9-0F92AF1D4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E35B1E-53D4-96A1-0DA5-B9C59442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6496-DD4C-E847-83C4-276B10B2C16D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9197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792F60-B4FA-A826-5CD1-69AA81151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284026-46DD-C31B-72CA-AF4741319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D514C8-C258-436C-0D15-C1238510E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9822-AF0A-BE46-B88E-38EE091360BB}" type="datetimeFigureOut">
              <a:rPr lang="de-DE" smtClean="0"/>
              <a:t>05.03.26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5941DD-80A7-8D33-8B94-7040BE13E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3B9F63-1DEE-CA80-424B-3CAFA295E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6496-DD4C-E847-83C4-276B10B2C16D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1566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A62098-5A00-D3A1-9E9F-EA3B88D48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C46050-7D87-4FBC-A2FC-380301EA2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E766EC-7A78-A935-EE9A-9F1A7B54F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2B407D3-FA55-D6CE-09BC-6CD6DA0C4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9822-AF0A-BE46-B88E-38EE091360BB}" type="datetimeFigureOut">
              <a:rPr lang="de-DE" smtClean="0"/>
              <a:t>05.03.26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DE9E60-327A-6884-C3B2-1482556B2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6A7D471-0D9E-16C7-0A64-8FD99693B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6496-DD4C-E847-83C4-276B10B2C16D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7503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476363-B5B1-D961-D4AA-28B8FB877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8E7149-13E4-FEB9-E2BA-D73417799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C6DA97-7EEC-8081-F3A0-7A92AF4E8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CBC1362-0FDD-36D8-AA6E-2E3D9B792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356B8F0-4695-B1A6-1E84-5A7EF15B9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7373FA4-2F1E-333A-C05B-5310626E8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9822-AF0A-BE46-B88E-38EE091360BB}" type="datetimeFigureOut">
              <a:rPr lang="de-DE" smtClean="0"/>
              <a:t>05.03.26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2AC2540-72ED-6848-1D3F-2D1E6598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DD88CD7-C8AC-9110-E216-FFC6891AC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6496-DD4C-E847-83C4-276B10B2C16D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445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05D831-5DA6-F7DA-8FA5-FB9E286A7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2C3017A-0323-0BF5-B9B2-63C9CBBD2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9822-AF0A-BE46-B88E-38EE091360BB}" type="datetimeFigureOut">
              <a:rPr lang="de-DE" smtClean="0"/>
              <a:t>05.03.26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344D18-0E28-B0B4-60F9-B578F2480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ADD1E4-63D5-1DB1-6C5F-8A910E6B2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6496-DD4C-E847-83C4-276B10B2C16D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159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D4ECE38-639D-E564-1AE3-46FA6880D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9822-AF0A-BE46-B88E-38EE091360BB}" type="datetimeFigureOut">
              <a:rPr lang="de-DE" smtClean="0"/>
              <a:t>05.03.26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29E512-EF1E-BD66-5AF7-EB6EF1876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ACB3C3-442F-9E3A-D994-D1393375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6496-DD4C-E847-83C4-276B10B2C16D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3851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5A4099-B8AC-171B-A7EE-5EDB3BC16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9F55D6-FA4E-2124-A134-A449B1930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9F2489-4840-6A36-765F-5D7D09E01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B04A76-721E-7895-B36E-6D6900737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9822-AF0A-BE46-B88E-38EE091360BB}" type="datetimeFigureOut">
              <a:rPr lang="de-DE" smtClean="0"/>
              <a:t>05.03.26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7250BF-5760-2B3D-94B6-375FD8F52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D51C0F-0B72-86E4-BB8F-7CCB902A2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6496-DD4C-E847-83C4-276B10B2C16D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8487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E7A2DD-EAA4-C510-1554-A890D8C1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8579330-F141-FC1C-9796-4BB97865E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8CA97E-9651-FE4D-5E39-4E11F462C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FC1FEE-87CB-19E7-2C8A-43291016D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9822-AF0A-BE46-B88E-38EE091360BB}" type="datetimeFigureOut">
              <a:rPr lang="de-DE" smtClean="0"/>
              <a:t>05.03.26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955F21A-BAAB-3F51-169B-9F2C6C8F5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8A7869-02D9-7CED-FB7B-71A5E41C8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6496-DD4C-E847-83C4-276B10B2C16D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2167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850D4-E9AD-008F-A27D-61618E851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C3E01D-3DB7-14C1-70C4-8352B59E7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1D036-F481-E62F-84F4-2288ED847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9822-AF0A-BE46-B88E-38EE091360BB}" type="datetimeFigureOut">
              <a:rPr lang="de-DE" smtClean="0"/>
              <a:t>05.03.26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6B4F12-182E-8AEB-DE0F-A57D3E351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147EBF-1D61-ADE9-B0A8-06CE6676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6496-DD4C-E847-83C4-276B10B2C16D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172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8720294-3836-6BD5-FE6B-9BB8D468C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8A88328-B3C1-EEFC-670B-9FE3A693C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83116E-CD4D-D579-1BED-C7AB2832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9822-AF0A-BE46-B88E-38EE091360BB}" type="datetimeFigureOut">
              <a:rPr lang="de-DE" smtClean="0"/>
              <a:t>05.03.26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02F366-BAA4-C8E7-7574-625386FCC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B0368C-8552-D968-03A5-610372A28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6496-DD4C-E847-83C4-276B10B2C16D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599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10288AF-E74F-A8B5-1694-8BB5FA4A9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DB3E2E-4556-2041-171F-9391B0997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0F2245-D548-DCA5-6DC5-4DA839672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29822-AF0A-BE46-B88E-38EE091360BB}" type="datetimeFigureOut">
              <a:rPr lang="de-DE" smtClean="0"/>
              <a:t>05.03.26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B20716-B4B9-433E-F6BD-983F4172F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7FC7DB-5C01-CF9C-4BCD-4A9E5CF3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8F6496-DD4C-E847-83C4-276B10B2C16D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3208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1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D055A85-9A7D-25F3-8C4D-E3A69A343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fr-CH" sz="4800" noProof="1">
                <a:solidFill>
                  <a:srgbClr val="FFFFFF"/>
                </a:solidFill>
              </a:rPr>
              <a:t>TP 2 : Analyse d'un LLM et benchmarking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1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652EEC4-2E08-5E67-972E-33AA7DFD9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556632"/>
            <a:ext cx="7055893" cy="1901742"/>
          </a:xfrm>
        </p:spPr>
        <p:txBody>
          <a:bodyPr>
            <a:normAutofit/>
          </a:bodyPr>
          <a:lstStyle/>
          <a:p>
            <a:pPr algn="l"/>
            <a:r>
              <a:rPr lang="fr-CH" sz="1800" noProof="1">
                <a:solidFill>
                  <a:srgbClr val="FFFFFF"/>
                </a:solidFill>
              </a:rPr>
              <a:t>3MOC informatique 2025/26</a:t>
            </a:r>
          </a:p>
          <a:p>
            <a:pPr algn="l"/>
            <a:r>
              <a:rPr lang="fr-CH" sz="1800" noProof="1">
                <a:solidFill>
                  <a:srgbClr val="FFFFFF"/>
                </a:solidFill>
              </a:rPr>
              <a:t>Gymnase du Bugnon</a:t>
            </a:r>
          </a:p>
        </p:txBody>
      </p:sp>
    </p:spTree>
    <p:extLst>
      <p:ext uri="{BB962C8B-B14F-4D97-AF65-F5344CB8AC3E}">
        <p14:creationId xmlns:p14="http://schemas.microsoft.com/office/powerpoint/2010/main" val="1547698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426C9-43AF-C4D1-CED2-7DB658808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FE24536-F370-91DE-AEAD-14DB6DB74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334" y="0"/>
            <a:ext cx="7772400" cy="613997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6E387E8-74BD-A0D4-451D-AFC315D1DFBD}"/>
              </a:ext>
            </a:extLst>
          </p:cNvPr>
          <p:cNvSpPr txBox="1"/>
          <p:nvPr/>
        </p:nvSpPr>
        <p:spPr>
          <a:xfrm>
            <a:off x="199292" y="1301262"/>
            <a:ext cx="15560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Copier le fichier tp2.ipynb de Moodle vers le dossier 3_ia de votre </a:t>
            </a:r>
            <a:r>
              <a:rPr lang="fr-FR" dirty="0" err="1"/>
              <a:t>répositoire</a:t>
            </a:r>
            <a:r>
              <a:rPr lang="fr-FR" dirty="0"/>
              <a:t> GitHub du cours</a:t>
            </a:r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AF489B1-9C0D-5D38-5BD4-ECF8ABDC527C}"/>
              </a:ext>
            </a:extLst>
          </p:cNvPr>
          <p:cNvSpPr txBox="1"/>
          <p:nvPr/>
        </p:nvSpPr>
        <p:spPr>
          <a:xfrm>
            <a:off x="9788769" y="3069985"/>
            <a:ext cx="15560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Installer l’extension Python (si proposé par VS Code)</a:t>
            </a:r>
          </a:p>
          <a:p>
            <a:endParaRPr lang="fr-FR" dirty="0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7A645311-0D91-D9F2-4903-BCC441B58693}"/>
              </a:ext>
            </a:extLst>
          </p:cNvPr>
          <p:cNvCxnSpPr>
            <a:cxnSpLocks/>
          </p:cNvCxnSpPr>
          <p:nvPr/>
        </p:nvCxnSpPr>
        <p:spPr>
          <a:xfrm flipH="1">
            <a:off x="7666892" y="3833446"/>
            <a:ext cx="1860842" cy="125436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D83B7063-645C-96E2-45FA-773560BB0333}"/>
              </a:ext>
            </a:extLst>
          </p:cNvPr>
          <p:cNvCxnSpPr>
            <a:cxnSpLocks/>
          </p:cNvCxnSpPr>
          <p:nvPr/>
        </p:nvCxnSpPr>
        <p:spPr>
          <a:xfrm flipV="1">
            <a:off x="1066800" y="1406769"/>
            <a:ext cx="1488831" cy="38686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62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021B393-4CB2-9656-641A-69F52AD1F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334" y="0"/>
            <a:ext cx="7772400" cy="613997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923FA32-B317-8E0F-6316-FBF6ACC08098}"/>
              </a:ext>
            </a:extLst>
          </p:cNvPr>
          <p:cNvSpPr txBox="1"/>
          <p:nvPr/>
        </p:nvSpPr>
        <p:spPr>
          <a:xfrm>
            <a:off x="9527734" y="1219200"/>
            <a:ext cx="2500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Cliquer sur « Select Kernel »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447115C1-DC66-9417-3FC5-EF04A9E946C1}"/>
              </a:ext>
            </a:extLst>
          </p:cNvPr>
          <p:cNvCxnSpPr>
            <a:cxnSpLocks/>
          </p:cNvCxnSpPr>
          <p:nvPr/>
        </p:nvCxnSpPr>
        <p:spPr>
          <a:xfrm flipH="1" flipV="1">
            <a:off x="7666892" y="1037547"/>
            <a:ext cx="2063262" cy="6945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797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6CE17-49C2-8401-BE2A-F5FBA21E3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EFDA2D7-4EDD-A261-34C3-B670C34B1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334" y="0"/>
            <a:ext cx="7772400" cy="613997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D928268-0A88-6979-1B15-ABCB06C28FE6}"/>
              </a:ext>
            </a:extLst>
          </p:cNvPr>
          <p:cNvSpPr txBox="1"/>
          <p:nvPr/>
        </p:nvSpPr>
        <p:spPr>
          <a:xfrm>
            <a:off x="9730154" y="1547446"/>
            <a:ext cx="202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Cliquer ici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E5C04D2A-176C-E3AE-1508-BDA4031E80C6}"/>
              </a:ext>
            </a:extLst>
          </p:cNvPr>
          <p:cNvCxnSpPr>
            <a:cxnSpLocks/>
          </p:cNvCxnSpPr>
          <p:nvPr/>
        </p:nvCxnSpPr>
        <p:spPr>
          <a:xfrm flipH="1" flipV="1">
            <a:off x="7666892" y="1037547"/>
            <a:ext cx="2063262" cy="6945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354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66124-DA96-AE74-6C42-473D92159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0B2591E-A666-9760-5E93-BD56B017C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334" y="0"/>
            <a:ext cx="7772400" cy="613997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DE6709F-1840-345D-2A81-F05D1A133A16}"/>
              </a:ext>
            </a:extLst>
          </p:cNvPr>
          <p:cNvSpPr txBox="1"/>
          <p:nvPr/>
        </p:nvSpPr>
        <p:spPr>
          <a:xfrm>
            <a:off x="9730154" y="1547446"/>
            <a:ext cx="202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Cliquer ici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9DFCD7FC-62A2-DE2E-E2D5-E8CD98ADAA0F}"/>
              </a:ext>
            </a:extLst>
          </p:cNvPr>
          <p:cNvCxnSpPr>
            <a:cxnSpLocks/>
          </p:cNvCxnSpPr>
          <p:nvPr/>
        </p:nvCxnSpPr>
        <p:spPr>
          <a:xfrm flipH="1" flipV="1">
            <a:off x="7666892" y="1037547"/>
            <a:ext cx="2063262" cy="6945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911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1A18-8F4B-4D00-D9DC-F21134588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70D78A8-32C6-01EB-2663-0C8F8542D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334" y="0"/>
            <a:ext cx="7772400" cy="613997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CB8B6CA-C4D3-AB3D-69A0-B924FAA011E8}"/>
              </a:ext>
            </a:extLst>
          </p:cNvPr>
          <p:cNvSpPr txBox="1"/>
          <p:nvPr/>
        </p:nvSpPr>
        <p:spPr>
          <a:xfrm>
            <a:off x="9730154" y="1547446"/>
            <a:ext cx="202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Cliquer ici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447C927A-A182-7E67-9970-492A867867E7}"/>
              </a:ext>
            </a:extLst>
          </p:cNvPr>
          <p:cNvCxnSpPr>
            <a:cxnSpLocks/>
          </p:cNvCxnSpPr>
          <p:nvPr/>
        </p:nvCxnSpPr>
        <p:spPr>
          <a:xfrm flipH="1" flipV="1">
            <a:off x="7666892" y="1037547"/>
            <a:ext cx="2063262" cy="6945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29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3D74-E02E-CF7C-B3EC-E4001E5E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071104A-DDA2-0814-8C00-36FFDDC86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334" y="0"/>
            <a:ext cx="7772400" cy="613997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1B2E984-2D00-44BD-C740-EC1866ABDAE3}"/>
              </a:ext>
            </a:extLst>
          </p:cNvPr>
          <p:cNvSpPr txBox="1"/>
          <p:nvPr/>
        </p:nvSpPr>
        <p:spPr>
          <a:xfrm>
            <a:off x="9730154" y="1547446"/>
            <a:ext cx="202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Cliquer ici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9C8A2447-C293-D67E-9804-31E968C6E85B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7666892" y="1037547"/>
            <a:ext cx="2063262" cy="6945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DC56AFEC-9006-02A9-D5DE-20A9B5B6BBC6}"/>
              </a:ext>
            </a:extLst>
          </p:cNvPr>
          <p:cNvSpPr txBox="1"/>
          <p:nvPr/>
        </p:nvSpPr>
        <p:spPr>
          <a:xfrm>
            <a:off x="1570892" y="5884985"/>
            <a:ext cx="8628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Vous pouvez suivre le reste des instruction dans le </a:t>
            </a:r>
            <a:r>
              <a:rPr lang="fr-FR"/>
              <a:t>fichier tp2.ipynb.</a:t>
            </a:r>
          </a:p>
        </p:txBody>
      </p:sp>
    </p:spTree>
    <p:extLst>
      <p:ext uri="{BB962C8B-B14F-4D97-AF65-F5344CB8AC3E}">
        <p14:creationId xmlns:p14="http://schemas.microsoft.com/office/powerpoint/2010/main" val="438090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72</Words>
  <Application>Microsoft Macintosh PowerPoint</Application>
  <PresentationFormat>Grand écran</PresentationFormat>
  <Paragraphs>11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TP 2 : Analyse d'un LLM et benchmarking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 Dreano</dc:creator>
  <cp:lastModifiedBy>Denis Dréano</cp:lastModifiedBy>
  <cp:revision>31</cp:revision>
  <dcterms:created xsi:type="dcterms:W3CDTF">2026-02-22T06:22:14Z</dcterms:created>
  <dcterms:modified xsi:type="dcterms:W3CDTF">2026-03-05T11:53:17Z</dcterms:modified>
</cp:coreProperties>
</file>