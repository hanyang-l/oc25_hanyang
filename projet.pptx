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94"/>
  </p:normalViewPr>
  <p:slideViewPr>
    <p:cSldViewPr snapToGrid="0">
      <p:cViewPr varScale="1">
        <p:scale>
          <a:sx n="121" d="100"/>
          <a:sy n="121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A4BFEC-2358-C674-447C-5EC8FA52F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8C4038-6E5E-534C-2EBA-B3EE351BC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752796-57C5-49E3-6D60-9058F815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382FD3-9376-9994-49A1-258F9946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F71C4F-4967-A7EF-CE2E-1E7704CD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54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6F487-7B56-0981-3190-44630707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4F93F4-4D2D-9F68-1CDB-2A4BF2D4B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4E7735-BC31-E3A2-0056-E4F7B897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43115B-4D26-A0B0-931A-C7FC3887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866435-99DF-62FC-10DC-3C1C2AB8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41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2963C-B370-3EC4-414B-BD27DBD7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A68B12-EE02-23C5-E930-21E9F48E3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7405F6-CC88-888D-5246-98E4B899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B8B437-14A1-EEE6-E011-79F84B46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BC3305-CC7F-A46D-BC92-57ACC3B9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60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C70236-9E02-6EF8-FF53-B63F96250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F522D8-4233-C0D9-B3CD-38B89C690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3B2AD5-32F5-6D56-6341-43C8A56FA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986061-3720-5D7B-DC93-ADF0B0C4E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FC9B40-0A4B-E358-D8BF-D2C117D64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72C06D-D0B9-D184-116F-7DF53CC6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20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1B0F9-CF7F-83E2-0E48-5C61E02F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7C1E3A-E3C9-DD62-C5AF-C7E76CB8C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449B9E-DD6B-C23C-B548-EA9729DBE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E4FDE8B-88A9-8335-A1B4-02A2C7ED3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FDE577-90F3-5B45-67D7-80D7EC99F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6D40E8B-2A37-6362-9CCC-C1FBCB9D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4892032-5659-3939-2C0E-4716DE56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A44C61F-C615-6211-8ECB-69582466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221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CFCF7A-BD76-32A1-7D5F-0F11723A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4AB891D-A7C3-AF6D-EAFC-CAAE6830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849529-4C32-6F6C-9679-5BBCC4DF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BAB69A-DE75-6615-32CA-52EE6006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5242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1102C1B-749F-68D5-E1A7-1C1DBDC8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E18922-1E94-7488-74B6-C3D3DE33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75AE21-E6FC-49DD-7B21-A5C528CE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43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C4E37-3301-9041-6695-1FF26372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C7648F-7D91-EF41-034E-908DBC10A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62CC87-03FB-6A5F-B9E4-CEF37DD51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42E705-9C6B-0F48-5746-5C99F9DE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C4F795-14A3-EA61-6402-0D1EF691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7BAF3D-3532-D26B-2165-5E71182B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2084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E3D583-493B-FC6C-220C-BFA49106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C74EC34-4B96-23D2-FCF1-BD858229E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D756A9-DE4C-1109-5C7E-525EB4CBA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EB9A10-E3EE-7910-C0FD-B279C80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47DCF2-AE50-1547-61A2-815429D9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ABDF9B-784F-87A5-F81E-8509B04F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06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D3A1DB-E61F-F172-F5E6-4E66F104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D91815-E467-E0AE-E850-4F485E182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1E1789-9C34-F2A5-39BA-35678E5B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7D0C2D-F247-B393-FC31-E6D3F76B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24A85A-2D50-142B-7E08-BBF7C5CD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2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9DBBF7E-9A5B-3F75-0B05-AF68C6EAB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4FF548-1A17-A8E2-0FAA-CC670CB86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DAC3A2-0395-A752-C26D-5F418606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2D0F72-63C7-2E2C-29E5-C054967A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8AB435-A48F-A31C-A9BA-8B59DE2D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8E9479-7811-707C-4D46-A330077C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EEE357-1E7A-590A-A9D3-55B3CF045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0985DC-B950-8DCD-09D9-DE9CDDE6E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95BD3-567E-E44F-A806-9C9FA219DAA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4F14C2-AE88-1DD7-45FE-2D50FDFEC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CA49D4-1EF6-7097-9C6A-E9B20CE85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7180D-11CD-7E44-864A-370D4B348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75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F05CA2-F9DE-5ED4-C188-F4A994F2F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Projet OC informatique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Jeu </a:t>
            </a:r>
            <a:r>
              <a:rPr lang="fr-FR"/>
              <a:t>3D sur l'IA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19F6D2-8E46-4D10-DECF-017A2BF88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Raphael Holzer</a:t>
            </a:r>
          </a:p>
        </p:txBody>
      </p:sp>
    </p:spTree>
    <p:extLst>
      <p:ext uri="{BB962C8B-B14F-4D97-AF65-F5344CB8AC3E}">
        <p14:creationId xmlns:p14="http://schemas.microsoft.com/office/powerpoint/2010/main" val="1552986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14FFD5-505B-5072-B33A-8D060EE1E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jeu 3D sur et avec l'IA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A184BD-7D13-FFE8-5576-F97FE5497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Projet qui combine un jeu 3D Godot avec IA</a:t>
            </a:r>
          </a:p>
          <a:p>
            <a:r>
              <a:rPr lang="fr-FR" dirty="0"/>
              <a:t>les 4 scènes</a:t>
            </a:r>
          </a:p>
          <a:p>
            <a:pPr lvl="1"/>
            <a:r>
              <a:rPr lang="fr-FR" dirty="0"/>
              <a:t>le data center</a:t>
            </a:r>
          </a:p>
          <a:p>
            <a:pPr lvl="1"/>
            <a:r>
              <a:rPr lang="fr-FR" dirty="0"/>
              <a:t>le GPU</a:t>
            </a:r>
          </a:p>
          <a:p>
            <a:pPr lvl="1"/>
            <a:r>
              <a:rPr lang="fr-FR" dirty="0"/>
              <a:t>le model LLM</a:t>
            </a:r>
          </a:p>
          <a:p>
            <a:pPr lvl="1"/>
            <a:r>
              <a:rPr lang="fr-FR" dirty="0"/>
              <a:t>le neurone</a:t>
            </a:r>
          </a:p>
          <a:p>
            <a:r>
              <a:rPr lang="fr-FR" dirty="0"/>
              <a:t>utiliser</a:t>
            </a:r>
          </a:p>
          <a:p>
            <a:pPr lvl="1"/>
            <a:r>
              <a:rPr lang="fr-FR" dirty="0"/>
              <a:t>CSG</a:t>
            </a:r>
          </a:p>
          <a:p>
            <a:pPr lvl="1"/>
            <a:r>
              <a:rPr lang="fr-FR" dirty="0" err="1"/>
              <a:t>particle</a:t>
            </a:r>
            <a:r>
              <a:rPr lang="fr-FR" dirty="0"/>
              <a:t> </a:t>
            </a:r>
            <a:r>
              <a:rPr lang="fr-FR" dirty="0" err="1"/>
              <a:t>systems</a:t>
            </a:r>
            <a:endParaRPr lang="fr-FR" dirty="0"/>
          </a:p>
          <a:p>
            <a:pPr lvl="1"/>
            <a:r>
              <a:rPr lang="fr-FR" dirty="0" err="1"/>
              <a:t>lighting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357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BA3B7-1650-2FAA-0820-58FBFE53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Résumé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C62112-E6D7-47F3-2E82-64E3087D9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sociologie du jeu (</a:t>
            </a:r>
            <a:r>
              <a:rPr lang="fr-FR" dirty="0" err="1"/>
              <a:t>Rogert</a:t>
            </a:r>
            <a:r>
              <a:rPr lang="fr-FR" dirty="0"/>
              <a:t> Caillois)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tutoriel 2D – scène, nœuds, arbres, signal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tutorial 3D - 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CSG – créer des formes géométriques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Lighthing</a:t>
            </a:r>
            <a:r>
              <a:rPr lang="fr-FR" dirty="0"/>
              <a:t> – créer une ambiance (direct, omni, spot)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particles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– créer des effets spéciaux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le </a:t>
            </a:r>
            <a:r>
              <a:rPr lang="fr-FR" dirty="0" err="1"/>
              <a:t>player</a:t>
            </a:r>
            <a:r>
              <a:rPr lang="fr-FR" dirty="0"/>
              <a:t> avec camera + 3D assets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34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DF32BB-7851-B9AE-1F90-BD9C1730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Brackeys</a:t>
            </a:r>
            <a:r>
              <a:rPr lang="fr-FR" dirty="0"/>
              <a:t> – tutoriels officiels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F39058-906D-E817-698D-025E05103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Make</a:t>
            </a:r>
            <a:r>
              <a:rPr lang="fr-FR" dirty="0"/>
              <a:t> à GAME in Godot (1h17)</a:t>
            </a:r>
          </a:p>
          <a:p>
            <a:r>
              <a:rPr lang="fr-FR" dirty="0"/>
              <a:t>How to program in Godot – </a:t>
            </a:r>
            <a:r>
              <a:rPr lang="fr-FR" dirty="0" err="1"/>
              <a:t>GDScript</a:t>
            </a:r>
            <a:r>
              <a:rPr lang="fr-FR" dirty="0"/>
              <a:t> Tutorial (58')</a:t>
            </a:r>
          </a:p>
          <a:p>
            <a:r>
              <a:rPr lang="fr-FR" b="1" dirty="0" err="1"/>
              <a:t>Lighting</a:t>
            </a:r>
            <a:r>
              <a:rPr lang="fr-FR" b="1" dirty="0"/>
              <a:t> in Godot for </a:t>
            </a:r>
            <a:r>
              <a:rPr lang="fr-FR" b="1" dirty="0" err="1"/>
              <a:t>Beginners</a:t>
            </a:r>
            <a:r>
              <a:rPr lang="fr-FR" b="1" dirty="0"/>
              <a:t> (40')</a:t>
            </a:r>
          </a:p>
          <a:p>
            <a:r>
              <a:rPr lang="fr-FR" b="1" dirty="0"/>
              <a:t>How to </a:t>
            </a:r>
            <a:r>
              <a:rPr lang="fr-FR" b="1" dirty="0" err="1"/>
              <a:t>make</a:t>
            </a:r>
            <a:r>
              <a:rPr lang="fr-FR" b="1" dirty="0"/>
              <a:t> VFX in Godot (42')</a:t>
            </a:r>
          </a:p>
          <a:p>
            <a:r>
              <a:rPr lang="fr-FR" b="1" dirty="0" err="1"/>
              <a:t>Make</a:t>
            </a:r>
            <a:r>
              <a:rPr lang="fr-FR" b="1" dirty="0"/>
              <a:t> a 3D Game in Godot (50')</a:t>
            </a:r>
          </a:p>
        </p:txBody>
      </p:sp>
    </p:spTree>
    <p:extLst>
      <p:ext uri="{BB962C8B-B14F-4D97-AF65-F5344CB8AC3E}">
        <p14:creationId xmlns:p14="http://schemas.microsoft.com/office/powerpoint/2010/main" val="2801997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3B3D6-69EE-9DE1-36EB-23DA1A8C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sujets des futurs cours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2A8239-C2E5-8737-AD6D-FDF77B97E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Moteur physique – gravité, collision des objets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manipulation et affichage de texte 3D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instancier des scènes par programme - </a:t>
            </a:r>
          </a:p>
        </p:txBody>
      </p:sp>
    </p:spTree>
    <p:extLst>
      <p:ext uri="{BB962C8B-B14F-4D97-AF65-F5344CB8AC3E}">
        <p14:creationId xmlns:p14="http://schemas.microsoft.com/office/powerpoint/2010/main" val="56325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4C538-1B92-1480-2DF4-A33A77F5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Thématiques possibles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7AA71F-959A-2314-FB58-43298F341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phase d'entrainement du système</a:t>
            </a:r>
          </a:p>
          <a:p>
            <a:r>
              <a:rPr lang="fr-FR" dirty="0"/>
              <a:t>phase d'inférence</a:t>
            </a:r>
          </a:p>
          <a:p>
            <a:r>
              <a:rPr lang="fr-FR" dirty="0"/>
              <a:t>compétition internationale (US, EU, Chine)</a:t>
            </a:r>
          </a:p>
          <a:p>
            <a:r>
              <a:rPr lang="fr-FR" dirty="0"/>
              <a:t>personnes : Alan Turing, Sam Altman, Elon Musk</a:t>
            </a:r>
          </a:p>
          <a:p>
            <a:r>
              <a:rPr lang="fr-FR" dirty="0" err="1"/>
              <a:t>tokenization</a:t>
            </a:r>
            <a:r>
              <a:rPr lang="fr-FR" dirty="0"/>
              <a:t> </a:t>
            </a:r>
          </a:p>
          <a:p>
            <a:r>
              <a:rPr lang="fr-FR" dirty="0" err="1"/>
              <a:t>testing</a:t>
            </a:r>
            <a:r>
              <a:rPr lang="fr-FR" dirty="0"/>
              <a:t> : MMML, GPQA,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038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7514C5-B8AD-FBBF-323C-532E420F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d'un prompt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7980F7-B2D1-FC94-098C-6D17721F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Créez un jeu avec Godot 4.6 au sujet de l'intelligence artificielle (LLM)</a:t>
            </a:r>
          </a:p>
          <a:p>
            <a:r>
              <a:rPr lang="fr-FR" dirty="0"/>
              <a:t>Le jeu doit inclure 4 scènes: le data center, le GPU, le model LL, le neurone</a:t>
            </a:r>
          </a:p>
          <a:p>
            <a:r>
              <a:rPr lang="fr-FR" dirty="0"/>
              <a:t>Le jeu doit utiliser les techniques: CSG, </a:t>
            </a:r>
            <a:r>
              <a:rPr lang="fr-FR" dirty="0" err="1"/>
              <a:t>particle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, </a:t>
            </a:r>
            <a:r>
              <a:rPr lang="fr-FR" dirty="0" err="1"/>
              <a:t>lighting</a:t>
            </a:r>
            <a:endParaRPr lang="fr-FR" dirty="0"/>
          </a:p>
          <a:p>
            <a:r>
              <a:rPr lang="fr-FR" dirty="0"/>
              <a:t>Sujets possible:</a:t>
            </a:r>
          </a:p>
          <a:p>
            <a:pPr lvl="1"/>
            <a:r>
              <a:rPr lang="fr-FR" dirty="0"/>
              <a:t>phase d'entrainement du système</a:t>
            </a:r>
          </a:p>
          <a:p>
            <a:pPr lvl="1"/>
            <a:r>
              <a:rPr lang="fr-FR" dirty="0"/>
              <a:t>phase d'inférence</a:t>
            </a:r>
          </a:p>
          <a:p>
            <a:pPr lvl="1"/>
            <a:r>
              <a:rPr lang="fr-FR" dirty="0"/>
              <a:t>compétition internationale (US, EU, Chine)</a:t>
            </a:r>
          </a:p>
          <a:p>
            <a:pPr lvl="1"/>
            <a:r>
              <a:rPr lang="fr-FR" dirty="0"/>
              <a:t>personnes : Alan Turing, Sam Altman, Elon Musk</a:t>
            </a:r>
          </a:p>
          <a:p>
            <a:pPr lvl="1"/>
            <a:r>
              <a:rPr lang="fr-FR" dirty="0" err="1"/>
              <a:t>tokenization</a:t>
            </a:r>
            <a:r>
              <a:rPr lang="fr-FR" dirty="0"/>
              <a:t> </a:t>
            </a:r>
          </a:p>
          <a:p>
            <a:pPr lvl="1"/>
            <a:r>
              <a:rPr lang="fr-FR" dirty="0" err="1"/>
              <a:t>testing</a:t>
            </a:r>
            <a:r>
              <a:rPr lang="fr-FR" dirty="0"/>
              <a:t> : MMML, GPQA,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528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10AF6FF-AA60-46FA-8BE5-7906847832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7"/>
          <a:stretch>
            <a:fillRect/>
          </a:stretch>
        </p:blipFill>
        <p:spPr>
          <a:xfrm>
            <a:off x="790225" y="754743"/>
            <a:ext cx="10611550" cy="5459789"/>
          </a:xfrm>
          <a:prstGeom prst="rect">
            <a:avLst/>
          </a:prstGeom>
          <a:ln>
            <a:noFill/>
          </a:ln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6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FEFCE7A-2CEA-E030-DBF1-29A413740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61" y="471713"/>
            <a:ext cx="10429078" cy="591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1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033633B-7210-A42B-40FF-BBD6DE584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57" y="326570"/>
            <a:ext cx="10157086" cy="620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1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C5B3B96-18EF-E3B5-7056-71603E11E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19" y="1937656"/>
            <a:ext cx="10691562" cy="298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45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1EC0763-A52E-32ED-AA64-EC023766B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248" y="631370"/>
            <a:ext cx="9845504" cy="559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09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23E0F39-FB55-B24C-DAF5-C84700BD2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28" y="1520701"/>
            <a:ext cx="10877343" cy="42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287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290</Words>
  <Application>Microsoft Macintosh PowerPoint</Application>
  <PresentationFormat>Grand écran</PresentationFormat>
  <Paragraphs>49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Projet OC informatique  Jeu 3D sur l'IA</vt:lpstr>
      <vt:lpstr>Un jeu 3D sur et avec l'IA</vt:lpstr>
      <vt:lpstr>Résumé </vt:lpstr>
      <vt:lpstr>Brackeys – tutoriels officiels</vt:lpstr>
      <vt:lpstr>sujets des futurs cours</vt:lpstr>
      <vt:lpstr>Thématiques possibles</vt:lpstr>
      <vt:lpstr>Exemple d'un prompt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Holzer</dc:creator>
  <cp:lastModifiedBy>Raphael Holzer</cp:lastModifiedBy>
  <cp:revision>3</cp:revision>
  <dcterms:created xsi:type="dcterms:W3CDTF">2026-03-25T16:49:12Z</dcterms:created>
  <dcterms:modified xsi:type="dcterms:W3CDTF">2026-04-21T06:09:49Z</dcterms:modified>
</cp:coreProperties>
</file>